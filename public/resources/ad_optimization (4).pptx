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Optimize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Ads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to reading your funnel and knowing exactly where to fix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" y="3611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611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92324" y="363016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52344" y="3611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2344" y="3611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94276" y="363016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54296" y="3611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611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Checkout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96228" y="363016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56248" y="3611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3611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Here: Your North Star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868680"/>
            <a:ext cx="64008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86868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904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  ÷  Amount Spent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6400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423160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ROAS drops, something in your funnel is broken.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below tell you exactly which part.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3017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337560"/>
            <a:ext cx="30175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5818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backwards through the funnel. The first metric that breaks is where you fix. Don't touch the ad if the sales page is leaking.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94960" y="3337560"/>
            <a:ext cx="30175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3337560"/>
            <a:ext cx="3017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375818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→ CTR → Initiate Checkout Rate → Purchase Rate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owns one part of the funnel.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Funnel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maps to one stage. When ROAS drops — read left to right and find the first break.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3291840"/>
          </a:xfrm>
          <a:prstGeom prst="rect">
            <a:avLst/>
          </a:prstGeom>
          <a:solidFill>
            <a:srgbClr val="F1F5F9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704088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704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9202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53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655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LOW / HIGH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4048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issue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36392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9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8640" y="34107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60320" y="868680"/>
            <a:ext cx="1920240" cy="3291840"/>
          </a:xfrm>
          <a:prstGeom prst="rect">
            <a:avLst/>
          </a:prstGeom>
          <a:solidFill>
            <a:srgbClr val="F1F5F9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704088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704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868680"/>
            <a:ext cx="19202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1453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51760" y="1655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2103120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LOW / 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51760" y="24048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isn't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scroll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3136392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3209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51760" y="34107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440" y="868680"/>
            <a:ext cx="1920240" cy="3291840"/>
          </a:xfrm>
          <a:prstGeom prst="rect">
            <a:avLst/>
          </a:prstGeom>
          <a:solidFill>
            <a:srgbClr val="F1F5F9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67528" y="704088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7528" y="704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868680"/>
            <a:ext cx="19202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 Checkout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1453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54880" y="1655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2103120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LOW / HIGH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54880" y="24048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isn't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reads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136392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209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54880" y="34107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Purchase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836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766560" y="868680"/>
            <a:ext cx="1920240" cy="3291840"/>
          </a:xfrm>
          <a:prstGeom prst="rect">
            <a:avLst/>
          </a:prstGeom>
          <a:solidFill>
            <a:srgbClr val="F1F5F9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0648" y="704088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0648" y="704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868680"/>
            <a:ext cx="19202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1453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58000" y="1655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2103120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LOW / HIGH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58000" y="240487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off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03720" y="3136392"/>
            <a:ext cx="1645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3209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858000" y="341071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3856" y="1188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CPM — Cost Per 1,000 Impressions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Spend ÷ Impressions × 1,000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is stable and consistent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previous days.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reaching new people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predictable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74320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WARNING 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suddenly spikes or creeps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day over day.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rising above 2–3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people seeing the ad).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536192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is struggling to find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buyer cheaply.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when: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audience is saturated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(same people seeing it)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creative isn't getting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engagement signals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Auction competition is high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traffic cost problem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a creative problem.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1078992"/>
            <a:ext cx="270662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153619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a fresh creative 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Test campaign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 slightly broader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audience to give Facebook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room to find buyers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frequency — if above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 creative fatigue has set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and you need new ads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3856" y="1188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CTR — Click-Through Rate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Link Clicks ÷ Impressions ×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1%+ for cold traffic.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is normal. People are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ad and clicking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to your page.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74320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WARNING 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drops below 1% while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stays normal.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paying for impressions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nobody is clicking.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536192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 or headline isn't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scroll.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see the ad — it's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not grabbing them.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creative problem: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isn't compelling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Angle doesn't resonate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 misses the pain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blame the audience.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the creative.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1078992"/>
            <a:ext cx="270662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153619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 new creative angle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your Test campaign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 different pain point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the lead message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 different image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they see first matters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than the body copy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kill the audience.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Kill the creative.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3856" y="1188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Initiate Checkout Rate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Initiate Checkouts ÷ Link Clicks ×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share of people who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ad go on to click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buy button.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is doing its job.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74320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WARNING 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are healthy but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Checkout is low.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people landing but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clicking to buy.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536192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page is not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readers to buyers.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 brought the right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— but the page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them.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doesn't match the ad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feels unjustified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enough trust or proof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Objections unanswered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page problem,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ads problem.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1078992"/>
            <a:ext cx="270662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153619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your page match the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angle of the winning ad?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social proof — results,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reviews, testimonials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 the price with strong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 before revealing it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the #1 objection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directly in your copy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3856" y="1188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 Rate — Checkout to Sale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48640"/>
            <a:ext cx="8375904" cy="41148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Purchases ÷ Initiate Checkouts ×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start checkout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completing the purchase.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checkout is clean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friction-free.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74320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WARNING 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Checkout is healthy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Purchases are low.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intend to buy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something stops them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payment step.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536192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was ready — but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lost them.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payment options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at checkout differs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the sales page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Checkout looks untrusted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many steps or fields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marketing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It is a checkout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problem.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1078992"/>
            <a:ext cx="270662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789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153619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your checkout 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— most buyers are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their phones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more payment options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prices match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exactly what the sales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page showed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steps — every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extra field loses buyers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Reference: Optimization Cheat Sheet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ROAS drops — run down this table top to bottom. Stop at the first broken metric.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822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12848" y="8229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096512" y="8229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80176" y="822960"/>
            <a:ext cx="2798064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152144"/>
            <a:ext cx="84124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481328"/>
            <a:ext cx="512064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481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1152144"/>
            <a:ext cx="1005840" cy="93268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2848" y="1152144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or rising frequency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96512" y="1152144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saturation / low relevance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0176" y="1152144"/>
            <a:ext cx="279806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creative or broaden audience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841248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414016"/>
            <a:ext cx="512064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4140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" y="2084832"/>
            <a:ext cx="1005840" cy="93268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2084832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1% despite normal CPM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96512" y="2084832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isn't stopping the scroll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0176" y="2084832"/>
            <a:ext cx="279806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new angle in Test campaign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346704"/>
            <a:ext cx="512064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3467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" y="3017520"/>
            <a:ext cx="1005840" cy="93268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Checkout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12848" y="3017520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high, ICs very 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96512" y="3017520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page not converting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0176" y="3017520"/>
            <a:ext cx="279806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copy, add proof, fix offer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841248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4279392"/>
            <a:ext cx="512064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2793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5568" y="3950208"/>
            <a:ext cx="1005840" cy="93268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12848" y="3950208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high, purchases low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96512" y="3950208"/>
            <a:ext cx="179222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friction or trust gap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0176" y="3950208"/>
            <a:ext cx="2798064" cy="9326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checkout, add payment options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2026-05-23T00:16:40Z</dcterms:created>
  <dcterms:modified xsi:type="dcterms:W3CDTF">2026-05-23T00:16:40Z</dcterms:modified>
</cp:coreProperties>
</file>